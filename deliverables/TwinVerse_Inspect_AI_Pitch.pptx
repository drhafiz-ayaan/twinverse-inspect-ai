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Cracks found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D3E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crack-b</c:v>
                  </c:pt>
                  <c:pt idx="1">
                    <c:v>crack-bphdr</c:v>
                  </c:pt>
                  <c:pt idx="2">
                    <c:v>nitw-crack</c:v>
                  </c:pt>
                  <c:pt idx="3">
                    <c:v>bridge-defect
(unseen)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0.982</c:v>
                </c:pt>
                <c:pt idx="2">
                  <c:v>0.838</c:v>
                </c:pt>
                <c:pt idx="3">
                  <c:v>0.558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 Then turn the page — the next slide is the one they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confidently. Most teams quote the number from their own test split and have never run this experiment. Volunteering the weaker figure, with the dataset named, is what separates a measured system from a demo. If asked why it drops: the training set is one collection of concrete from one campus. More varied data is the fix, not a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the project from an MVP. The claim is not that the simulation is realistic — it is that it has ground truth, which no public dataset does. Say the missed-cracks finding out loud: the two it missed were the biggest and the most centrally framed, so 'we will certainly catch the big ones' is not supported.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Data &amp; API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Outreach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asked the harder question: does it hold up on imagery from somewhere else?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 MOST TEAMS NEVER PRICE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picked the threshold by simulating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inspection, not by tuning a metric.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crack is found at the next survey, or when something fails. A false alarm costs an engineer thirty seconds. So we stopped optimising a metric that treats them as equal, simulated 500-photograph surveys, and chose the threshold from a recall target.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3017520"/>
          <a:ext cx="6583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3017520"/>
            <a:ext cx="3886200" cy="2514600"/>
          </a:xfrm>
          <a:prstGeom prst="roundRect">
            <a:avLst>
              <a:gd name="adj" fmla="val 4364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09560" y="3218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611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across four datasets: 84% of cracks found. The previous model could not reach 80% on crack-b at any threshold — its best was 35%.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that we flag 60% of photographs for review. A manual survey means looking at all of them, after climbing the structure.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a safety decision. Review time is a budget. We priced both.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pic>
        <p:nvPicPr>
          <p:cNvPr id="26" name="Image 0" descr="deck_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532120"/>
            <a:ext cx="1078992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NOBODY ELSE CAN RUN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bridge where we already know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 crack is.</a:t>
            </a:r>
            <a:endParaRPr lang="en-US" sz="3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969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crack photograph does not record how far away the camera was, or where the crack is in space. So we generated a bridge in Gazebo with cracks cut from real photographs and placed at known 3D positions, and flew a simulated drone over it — into the same upload endpoint a real drone would use.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33101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1.2 - 3.5 m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standoff envelope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3544" y="413308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guessed. Beyond 5 m a crack is too few pixels; at 0.8 m it overflows the frame and returns nothing.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3127248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08576" y="33101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recall on known cracks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413308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frames, 5 cracks photographed, 3 found — scored against positions the world knows exactly.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3127248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93608" y="33101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 px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calibration error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4133088"/>
            <a:ext cx="3035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convention measured from rendered markers, not derived. The derivation was wrong twice.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32180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cracks it missed were the largest and the best-centred. Size does not predict detectability — contrast does.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77900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sim_survey.mp4 here — the drone's view with detections and known cracks side by side.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flag 60% of photographs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Deliberate. Recall is the safety metric; review time is the cost. The threshold is a slider.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93608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on the one unseen source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84-100% on the three in training. Only bridge-defect is wholly unseen, and we say so.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8576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93608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95604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3544" y="5074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" y="5367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architectural decisions are written down with their reasoning — including the ones we got wrong, and one we had to publicly reverse after re-checking it.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Data &amp; API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Services, database and the upload pipeline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Outreach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Positioning, launch material and the pitch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detection, measured on unseen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survey validated on known ground truth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training data to close the 63/81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Muneeb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2026-09-24T15:26:16Z</dcterms:created>
  <dcterms:modified xsi:type="dcterms:W3CDTF">2026-09-24T15:26:16Z</dcterms:modified>
</cp:coreProperties>
</file>