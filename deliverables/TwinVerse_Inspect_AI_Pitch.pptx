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mAP50 (standard metric)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Model A</c:v>
                  </c:pt>
                  <c:pt idx="1">
                    <c:v>Model B</c:v>
                  </c:pt>
                  <c:pt idx="2">
                    <c:v>Model 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0.442</c:v>
                </c:pt>
                <c:pt idx="1">
                  <c:v>0.373</c:v>
                </c:pt>
                <c:pt idx="2">
                  <c:v>0.436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Separation (does it actually work)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Model A</c:v>
                  </c:pt>
                  <c:pt idx="1">
                    <c:v>Model B</c:v>
                  </c:pt>
                  <c:pt idx="2">
                    <c:v>Model 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0.258</c:v>
                </c:pt>
                <c:pt idx="1">
                  <c:v>0</c:v>
                </c:pt>
                <c:pt idx="2">
                  <c:v>0.611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E8EE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1E2B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9FB0C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own test split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Cracks found</c:v>
                  </c:pt>
                  <c:pt idx="1">
                    <c:v>Separation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0.81</c:v>
                </c:pt>
                <c:pt idx="1">
                  <c:v>0.611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Unseen dataset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Cracks found</c:v>
                  </c:pt>
                  <c:pt idx="1">
                    <c:v>Separation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0.634</c:v>
                </c:pt>
                <c:pt idx="1">
                  <c:v>0.432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E8EE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12700" cap="flat">
              <a:solidFill>
                <a:srgbClr val="1E2B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9FB0C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problem, not the product. 'Inspectors climb bridges, rappel down dams, and walk pipelines with clipboards.' Then introduce the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30 seconds. The audience already believes the problem — do not over-sell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elevator pitch slide. If you only get one slide, use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demo after this slide if the room is going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Most teams show a number. We show where the number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asks one technical question, it will probably be about evaluation. This slide is the answer. Then turn the page — the next slide is the one they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confidently. Most teams quote the number from their own test split and have never run this experiment. Volunteering the weaker figure, with the dataset named, is what separates a measured system from a demo. If asked why it drops: the training set is one collection of concrete from one campus. More varied data is the fix, not a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Orbit the viewer live if the demo is working. Then immediately state what it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separates us. Deliver it confidently, not apologetically.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note: the S3 layer means MinIO swaps for Alibaba OSS or AWS S3 with a config change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circles with headshots and fill in each member's focus area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'later' column is deliberately labelled later, not coming soon.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on the sentence, pause, then invite questions. Do not add a summary slide after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3108960"/>
            <a:ext cx="9144000" cy="9144000"/>
          </a:xfrm>
          <a:prstGeom prst="ellipse">
            <a:avLst/>
          </a:prstGeom>
          <a:solidFill>
            <a:srgbClr val="6366F1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2286000"/>
            <a:ext cx="8229600" cy="8229600"/>
          </a:xfrm>
          <a:prstGeom prst="ellipse">
            <a:avLst/>
          </a:prstGeom>
          <a:solidFill>
            <a:srgbClr val="22D3EE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874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STRUCTURAL SCREENING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TwinVerse Inspect AI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101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unreachable.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020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Drone, CCTV and handheld imagery in — located defects, ranked severity, and a shareable report out.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5047488"/>
            <a:ext cx="100584" cy="100584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869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869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886200" y="5047488"/>
            <a:ext cx="100584" cy="10058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873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Muneed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873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86600" y="5047488"/>
            <a:ext cx="100584" cy="10058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877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Inshrah Mehmood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2877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053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Event / Track ]   ·   [ Date ]   ·   Bano Qabil · Alkhidmat Foundation Pakistan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today is manual, slow,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genuinely dangerous.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2487168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78408" y="2798064"/>
            <a:ext cx="146304" cy="146304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5272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52728" y="3035808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rappel down dams and climb bridge soffits to look at concrete with their own eyes.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487168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0528" y="2798064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8484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84848" y="3035808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span can take days to survey. Backlogs mean structures go years between inspections.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059936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78408" y="4370832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52728" y="4261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52728" y="4608576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inspectors, two clipboards, two different answers about the same crack.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4059936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10528" y="4370832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84848" y="4261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784848" y="4608576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are found after they matter, not before. Maintenance is repair, not prevention.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pass that never has to climb anything.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4183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Drone, CCTV, robot or a phone. Images or video.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30098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7472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73075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3075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fine-tuned YOLOv11 model locates cracks and draws a box around each one.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990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6364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967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gets a severity score from a formula shown on screen.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87882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5256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30859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30859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30859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images, a 3D view, and a PDF anyone can forward.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still decides. The system removes the part of the job that is climbing, photographing, and sorting.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mockup. A running system.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4183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3075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1967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6.1s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analyse 8 images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5256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0859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7ms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30859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per image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931920"/>
            <a:ext cx="10789920" cy="1965960"/>
          </a:xfrm>
          <a:prstGeom prst="roundRect">
            <a:avLst>
              <a:gd name="adj" fmla="val 558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51560" y="424281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71016" y="4160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API with S3-compatible object storage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424281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28816" y="4160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crack detector, trained on 1,317 images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51560" y="475488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71016" y="4672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engine with a formula served live to the UI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09360" y="475488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28816" y="4672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dashboard with 3D digital twin viewer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51560" y="52669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71016" y="51846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reports with a limitations page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52669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28816" y="51846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three roles, Docker Compose, CI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can be recomputed by hand.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649224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  =  area  ×  confidence  ×  class weight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272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detection from the demo data: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45643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0.0288  ×  0.558  ×  1.0  =  0.01606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9776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formula, the weights and the band thresholds are served by the API and rendered live — so what the dashboard shows can never drift from what the server computed.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498080" y="2240280"/>
            <a:ext cx="397764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818120" y="2468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BANDS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18120" y="2944368"/>
            <a:ext cx="128016" cy="128016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55864" y="28529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9464040" y="28529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0.014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8120" y="3511296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55864" y="3419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464040" y="34198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0.011 – 0.014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18120" y="4078224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55864" y="39867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9464040" y="39867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0.009 – 0.011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818120" y="464515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55864" y="45537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464040" y="45537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0.009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818120" y="5120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against 308 real detections, not assumed.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 THAT MATTERED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metric said all three models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the same. They were not.</a:t>
            </a:r>
            <a:endParaRPr lang="en-US" sz="3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2395728"/>
          <a:ext cx="65836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2395728"/>
            <a:ext cx="3886200" cy="3063240"/>
          </a:xfrm>
          <a:prstGeom prst="roundRect">
            <a:avLst>
              <a:gd name="adj" fmla="val 3582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909560" y="26060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2999232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is computed only over defects that are labelled. A validation set with no clean images cannot catch a model that fires on everything.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tested each model against 94 defect-free photographs.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looked fine and flagged half of all clean concrete. Model C flags one in five.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asked the harder question: does it hold up on imagery from somewhere else?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MOST TEAMS NEVER CHECK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tested it on a dataset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never seen.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2140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accuracy figure above came from our own dataset's held-out split — different photographs, but the same cameras and the same walls. So we ran it against crack-bphdr, a public benchmark from an unrelated source that contributed nothing to training.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3017520"/>
          <a:ext cx="6583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589520" y="3017520"/>
            <a:ext cx="3886200" cy="2514600"/>
          </a:xfrm>
          <a:prstGeom prst="roundRect">
            <a:avLst>
              <a:gd name="adj" fmla="val 4364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909560" y="32186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6118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unfamiliar imagery it finds roughly 3 cracks in 5, not 4 in 5. The false-alarm rate does not move — only recall does.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threshold recovers it. The fix is more varied training data, and we know that because we swept the thresholds and looked.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would rather tell you this than have you find it.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photograph to a structure you can orbit.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2542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image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51560" y="307238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71016" y="2999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drawn over each detection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1560" y="357530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71016" y="3502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and size both carry severity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51560" y="407822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71016" y="4005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 finding to see its arithmetic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51560" y="458114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71016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stored normalised, so they align at any zoom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2286000"/>
            <a:ext cx="521208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629400" y="2542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v1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629400" y="307238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48856" y="2999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structure with glowing severity markers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29400" y="357530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48856" y="3502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marker for its source image and score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29400" y="407822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48856" y="4005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code — no scanning rig required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29400" y="458114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placement, and we say so on screen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57150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Replace this line with a screenshot of the dashboard and the 3D viewer ]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measured the weaknesses too.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stated in the product itself and on the last page of every report.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23544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Cracks only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defect class. It has never seen corrosion or spalling and will not report them.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08576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5 clean surfaces flagged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94 defect-free photographs. It errs toward flagging.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93608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 on unfamiliar imagery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93608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 81% on imagery like its training data. Measured, not estimated.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3544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is relative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ranks which crack to look at first. It does not measure width in millimetres.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70832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608576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3D view is illustrative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positions come from capture order, not surveyed coordinates.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93608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counts are inflated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93608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are analysed independently, so one crack can be counted many times.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95604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3544" y="50749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engineering assessment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" y="53675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screening pass. A qualified engineer still signs off.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a weakness costs far less than being caught by it.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 technology, deliberately.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46888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238658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· React 19 · Three.js · Tailwind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2953512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3182112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30906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09981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 3.12 · SQLAlchemy · Alembic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666744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895344"/>
            <a:ext cx="128016" cy="12801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34440" y="38039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381304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YOLOv11n fine-tuned · PyTorch 2.13 · CUDA 13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85800" y="4379976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460857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34440" y="451713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2697480" y="452628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MinIO (S3-compatible)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" y="5093208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0120" y="532180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34440" y="523036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2697480" y="52395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GitHub Actions CI · JWT + RBAC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589520" y="2240280"/>
            <a:ext cx="3886200" cy="3630168"/>
          </a:xfrm>
          <a:prstGeom prst="roundRect">
            <a:avLst>
              <a:gd name="adj" fmla="val 3023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09560" y="24505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record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7909560" y="283464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architectural decisions are written down with their reasoning — including the ones we got wrong and had to reverse.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dataset that looked ideal and turned out unusable. A merge that made the model worse. A metric that hid a failure for an hour.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 is in the repository.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people, one build.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764792" y="2578608"/>
            <a:ext cx="1188720" cy="1188720"/>
          </a:xfrm>
          <a:prstGeom prst="ellipse">
            <a:avLst/>
          </a:prstGeom>
          <a:solidFill>
            <a:srgbClr val="22D3EE">
              <a:alpha val="1800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647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ML pipeline, demo delivery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22392" y="2578608"/>
            <a:ext cx="1188720" cy="1188720"/>
          </a:xfrm>
          <a:prstGeom prst="ellipse">
            <a:avLst/>
          </a:prstGeom>
          <a:solidFill>
            <a:srgbClr val="6366F1">
              <a:alpha val="18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223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Muneed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focus area ]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010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079992" y="2578608"/>
            <a:ext cx="1188720" cy="1188720"/>
          </a:xfrm>
          <a:prstGeom prst="ellipse">
            <a:avLst/>
          </a:prstGeom>
          <a:solidFill>
            <a:srgbClr val="A78BFA">
              <a:alpha val="18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799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Inshrah Mehmood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focus area ]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8064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contact email · GitHub · LinkedIn ]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NEXT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roadmap.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" y="2999232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95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 detection, measured on unseen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371246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95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scoring and PDF reports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42569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95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3D viewer, auth, Docker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17720" y="2999232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371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training data to close the 63/81 gap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371246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371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defect classes — corrosion, spalling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17720" y="4425696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371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Cross-frame tracking so video counts are real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010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753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75320" y="2999232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947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Photogrammetric twin from the imagery itself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75320" y="3712464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947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once trend data exists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75320" y="4425696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947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drone and robot integration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needs longitudinal data that does not exist yet. We are not going to pretend otherwise.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08760" y="-2011680"/>
            <a:ext cx="9144000" cy="9144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1488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does not replace an engineer.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0632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the first pass, so the engineer spends their time on judgement</a:t>
            </a:r>
            <a:endParaRPr lang="en-US" sz="2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data collection — and it tells you exactly how much to trust it.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7091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TwinVerse Inspect AI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  ·  Muhammad Muneed  ·  Inshrah Mehmood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repository link · contact email ]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TwinVerse Inspect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TwinVerse Inspect AI</dc:title>
  <dc:subject>PptxGenJS Presentation</dc:subject>
  <dc:creator>Ayaan Aatif</dc:creator>
  <cp:lastModifiedBy>Ayaan Aatif</cp:lastModifiedBy>
  <cp:revision>1</cp:revision>
  <dcterms:created xsi:type="dcterms:W3CDTF">2026-08-31T06:00:57Z</dcterms:created>
  <dcterms:modified xsi:type="dcterms:W3CDTF">2026-08-31T06:00:57Z</dcterms:modified>
</cp:coreProperties>
</file>